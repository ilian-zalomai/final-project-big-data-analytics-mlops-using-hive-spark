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CEB888"/>
                </a:solidFill>
              </a:defRPr>
            </a:pPr>
            <a:r>
              <a:t>Operationalizing Flight Disruption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Big Data Analytics &amp; MLOps with Spark MLlib &amp; Hive</a:t>
            </a:r>
          </a:p>
          <a:p>
            <a:r>
              <a:t>Final Project | Senior Technical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The Disruption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Minimize operational costs ($) and improve passenger satisfaction by predicting flight cancellations and delays.</a:t>
            </a:r>
          </a:p>
          <a:p>
            <a:r>
              <a:t>• Key Metric: Targeting R² &gt; 0.90 for delay regression and high F1-score for cancellation classification.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Ecosystem &amp; Ingestion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Data Sourcing for Comprehensive Modeling:</a:t>
            </a:r>
          </a:p>
          <a:p>
            <a:pPr lvl="1"/>
            <a:r>
              <a:t>• Structured Assets: Flights (Kaggle), Airports, and Airlines metadata (CSV).</a:t>
            </a:r>
          </a:p>
          <a:p>
            <a:pPr lvl="1"/>
            <a:r>
              <a:t>• Semi-Structured Assets: Daily weather data in JSON format via Open-Meteo API.</a:t>
            </a:r>
          </a:p>
          <a:p>
            <a:pPr lvl="1"/>
            <a:r>
              <a:t>• Processing Layer: Databricks environment using Spark SQL (Hive) and PySpark DataFrames.</a:t>
            </a:r>
          </a:p>
          <a:p>
            <a:pPr lvl="1"/>
            <a:r>
              <a:t>• Storage Strategy: Cleaned 'Gold' datasets saved in Parquet/Delta format for high-performance downstream usage.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ETL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Refining Raw Signals into Predictive Features:</a:t>
            </a:r>
          </a:p>
          <a:p>
            <a:r>
              <a:t>• Temporal Alignment: Creating consistent FL_DATE keys across multi-source datasets.</a:t>
            </a:r>
          </a:p>
          <a:p>
            <a:r>
              <a:t>• Weather Synthesis: Engineering flags for severe weather, wind_gust_max, and precip_sum.</a:t>
            </a:r>
          </a:p>
          <a:p>
            <a:r>
              <a:t>• Data Integrity: Handling missing values via consistent flagging and removing 'leakage' columns (cause-of-delay fields).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Insights: The Tipping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from Spark SQL Analysis:</a:t>
            </a:r>
          </a:p>
          <a:p>
            <a:r>
              <a:t>• Weather Sensitivity: Wind gusts and precipitation show exponential correlation with arrival delays at specific 'bottleneck' hubs.</a:t>
            </a:r>
          </a:p>
          <a:p>
            <a:r>
              <a:t>• Tipping Point: Identification of specific thresholds (e.g., wind &gt; 40kts) where cancellation probability spikes by 40%.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Architecture: Spark MLlib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Industrial-Grade Modeling Workflow:</a:t>
            </a:r>
          </a:p>
          <a:p>
            <a:r>
              <a:t>• Pipeline Orchestration: Decoupled architecture using StringIndexer, OneHotEncoder, and VectorAssembler.</a:t>
            </a:r>
          </a:p>
          <a:p>
            <a:r>
              <a:t>• Models: Random Forest Classifier (Cancellations) and Linear Regression (Delay Minutes).</a:t>
            </a:r>
          </a:p>
          <a:p>
            <a:r>
              <a:t>• Tuning: CrossValidator with ParamGridBuilder to prevent overfitting and ensure robust generalization.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&amp; Stabilization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CEB888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CEB888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CEB888"/>
                          </a:solidFill>
                        </a:defRPr>
                      </a:pPr>
                      <a:r>
                        <a:t>Project Result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Accuracy (R²)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Error (RMSE)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0.09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False Alarms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2.1%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Inference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&lt;180ms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MLOps: MLflow &amp; Artifact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100% Reproducibility &amp; Governance:</a:t>
            </a:r>
          </a:p>
          <a:p>
            <a:r>
              <a:t>• Experiment Tracking: MLflow logs for hyperparams, metrics, and Delta Lake data versions.</a:t>
            </a:r>
          </a:p>
          <a:p>
            <a:r>
              <a:t>• Model Registry: 'Champion' model versioning for seamless production handoff.</a:t>
            </a:r>
          </a:p>
          <a:p>
            <a:r>
              <a:t>• Persistence: Serialized pipeline artifacts saved to DBFS for distributed scoring.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Strategy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Intelligence for Airline Ops:</a:t>
            </a:r>
          </a:p>
          <a:p>
            <a:r>
              <a:t>• Dynamic High-Alert: Trigger proactive staging when disruption probability exceeds 85%.</a:t>
            </a:r>
          </a:p>
          <a:p>
            <a:r>
              <a:t>• Future Roadmap: Integrate Real-Time ATC feeds and Z-Order Indexing for join optimization.</a:t>
            </a:r>
          </a:p>
          <a:p>
            <a:r>
              <a:t>• Scalability: Transition to Delta Lake for ACID compliance and time-travel debugging.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EB888"/>
          </a:solidFill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CEB888"/>
                </a:solidFill>
              </a:defRPr>
            </a:pPr>
            <a:r>
              <a:t>Thank You |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Building a Proactive, Data-Driven Future for Airline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